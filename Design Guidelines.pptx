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147475565" r:id="rId2"/>
    <p:sldId id="2147475563" r:id="rId3"/>
    <p:sldId id="256" r:id="rId4"/>
    <p:sldId id="2147475564" r:id="rId5"/>
    <p:sldId id="257" r:id="rId6"/>
    <p:sldId id="2147475561" r:id="rId7"/>
    <p:sldId id="2147475562" r:id="rId8"/>
    <p:sldId id="258" r:id="rId9"/>
    <p:sldId id="259" r:id="rId10"/>
    <p:sldId id="263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06" userDrawn="1">
          <p15:clr>
            <a:srgbClr val="A4A3A4"/>
          </p15:clr>
        </p15:guide>
        <p15:guide id="4" pos="5087" userDrawn="1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B461"/>
    <a:srgbClr val="5B3C8C"/>
    <a:srgbClr val="C6B4D7"/>
    <a:srgbClr val="98CC6A"/>
    <a:srgbClr val="FFFFFF"/>
    <a:srgbClr val="000000"/>
    <a:srgbClr val="99CC6A"/>
    <a:srgbClr val="FFFC00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7"/>
    <p:restoredTop sz="96165" autoAdjust="0"/>
  </p:normalViewPr>
  <p:slideViewPr>
    <p:cSldViewPr snapToGrid="0" showGuides="1">
      <p:cViewPr varScale="1">
        <p:scale>
          <a:sx n="103" d="100"/>
          <a:sy n="103" d="100"/>
        </p:scale>
        <p:origin x="1080" y="96"/>
      </p:cViewPr>
      <p:guideLst>
        <p:guide pos="506"/>
        <p:guide pos="508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677502535837802E-2"/>
          <c:y val="4.1589542803483412E-2"/>
          <c:w val="0.96743503256281338"/>
          <c:h val="0.8823052850165248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5B3C8C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202359314964032E-2"/>
                  <c:y val="-8.643057056086293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Verbatim Medium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7C-BB45-B015-89E8A9464265}"/>
                </c:ext>
              </c:extLst>
            </c:dLbl>
            <c:dLbl>
              <c:idx val="1"/>
              <c:layout>
                <c:manualLayout>
                  <c:x val="6.1011796574820159E-3"/>
                  <c:y val="-9.939515614499239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Verbatim Medium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7C-BB45-B015-89E8A94642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Verbatim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FY' 25</c:v>
                </c:pt>
                <c:pt idx="1">
                  <c:v>FY' 26</c:v>
                </c:pt>
                <c:pt idx="2">
                  <c:v>FY' 27</c:v>
                </c:pt>
                <c:pt idx="3">
                  <c:v>FY'28</c:v>
                </c:pt>
                <c:pt idx="4">
                  <c:v>FY'29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0.15537500000000001</c:v>
                </c:pt>
                <c:pt idx="1">
                  <c:v>0.59037499999999998</c:v>
                </c:pt>
                <c:pt idx="2">
                  <c:v>0.94940000000000002</c:v>
                </c:pt>
                <c:pt idx="3">
                  <c:v>2.3781499999999998</c:v>
                </c:pt>
                <c:pt idx="4">
                  <c:v>3.7723999999999993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7C-BB45-B015-89E8A94642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C6B4D7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6.914670278479626E-2"/>
                  <c:y val="7.922710777581462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7C-BB45-B015-89E8A9464265}"/>
                </c:ext>
              </c:extLst>
            </c:dLbl>
            <c:dLbl>
              <c:idx val="3"/>
              <c:layout>
                <c:manualLayout>
                  <c:x val="6.1011796574820159E-3"/>
                  <c:y val="-4.321528528043147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7C-BB45-B015-89E8A9464265}"/>
                </c:ext>
              </c:extLst>
            </c:dLbl>
            <c:dLbl>
              <c:idx val="4"/>
              <c:layout>
                <c:manualLayout>
                  <c:x val="1.6686165887391761E-3"/>
                  <c:y val="-8.643057056086294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7C-BB45-B015-89E8A94642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batim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FY' 25</c:v>
                </c:pt>
                <c:pt idx="1">
                  <c:v>FY' 26</c:v>
                </c:pt>
                <c:pt idx="2">
                  <c:v>FY' 27</c:v>
                </c:pt>
                <c:pt idx="3">
                  <c:v>FY'28</c:v>
                </c:pt>
                <c:pt idx="4">
                  <c:v>FY'29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2" formatCode="#,##0.0">
                  <c:v>0.156</c:v>
                </c:pt>
                <c:pt idx="3" formatCode="#,##0.0">
                  <c:v>0.77</c:v>
                </c:pt>
                <c:pt idx="4" formatCode="#,##0.0">
                  <c:v>0.95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7C-BB45-B015-89E8A94642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99CC6A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1774115222552332E-3"/>
                  <c:y val="-5.17660698559744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27C-BB45-B015-89E8A9464265}"/>
                </c:ext>
              </c:extLst>
            </c:dLbl>
            <c:dLbl>
              <c:idx val="3"/>
              <c:layout>
                <c:manualLayout>
                  <c:x val="3.0196891644953118E-3"/>
                  <c:y val="-6.2754091706210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691132379325224E-2"/>
                      <c:h val="7.178070585412546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827C-BB45-B015-89E8A9464265}"/>
                </c:ext>
              </c:extLst>
            </c:dLbl>
            <c:dLbl>
              <c:idx val="4"/>
              <c:layout>
                <c:manualLayout>
                  <c:x val="2.0337265524938562E-3"/>
                  <c:y val="2.30402123333701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27C-BB45-B015-89E8A94642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batim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FY' 25</c:v>
                </c:pt>
                <c:pt idx="1">
                  <c:v>FY' 26</c:v>
                </c:pt>
                <c:pt idx="2">
                  <c:v>FY' 27</c:v>
                </c:pt>
                <c:pt idx="3">
                  <c:v>FY'28</c:v>
                </c:pt>
                <c:pt idx="4">
                  <c:v>FY'29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2" formatCode="#,##0.0">
                  <c:v>0.08</c:v>
                </c:pt>
                <c:pt idx="3" formatCode="#,##0.0">
                  <c:v>0.28999999999999998</c:v>
                </c:pt>
                <c:pt idx="4" formatCode="#,##0.0">
                  <c:v>1.2849999999999999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7C-BB45-B015-89E8A94642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54742848"/>
        <c:axId val="254741408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Column1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27C-BB45-B015-89E8A946426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27C-BB45-B015-89E8A9464265}"/>
                </c:ext>
              </c:extLst>
            </c:dLbl>
            <c:dLbl>
              <c:idx val="2"/>
              <c:layout>
                <c:manualLayout>
                  <c:x val="-3.4870262228462748E-2"/>
                  <c:y val="-0.120515839613874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27C-BB45-B015-89E8A9464265}"/>
                </c:ext>
              </c:extLst>
            </c:dLbl>
            <c:dLbl>
              <c:idx val="3"/>
              <c:layout>
                <c:manualLayout>
                  <c:x val="-3.8954617347381801E-2"/>
                  <c:y val="-0.1116884443835871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Verbatim Medium" pitchFamily="2" charset="77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549356054783099E-2"/>
                      <c:h val="7.7725215002679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827C-BB45-B015-89E8A9464265}"/>
                </c:ext>
              </c:extLst>
            </c:dLbl>
            <c:dLbl>
              <c:idx val="4"/>
              <c:layout>
                <c:manualLayout>
                  <c:x val="-3.3006735005110269E-2"/>
                  <c:y val="-5.43103753867198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27C-BB45-B015-89E8A94642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Verbatim Medium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FY' 25</c:v>
                </c:pt>
                <c:pt idx="1">
                  <c:v>FY' 26</c:v>
                </c:pt>
                <c:pt idx="2">
                  <c:v>FY' 27</c:v>
                </c:pt>
                <c:pt idx="3">
                  <c:v>FY'28</c:v>
                </c:pt>
                <c:pt idx="4">
                  <c:v>FY'29</c:v>
                </c:pt>
              </c:strCache>
            </c:strRef>
          </c:cat>
          <c:val>
            <c:numRef>
              <c:f>Sheet1!$E$2:$E$6</c:f>
              <c:numCache>
                <c:formatCode>#,##0.0</c:formatCode>
                <c:ptCount val="5"/>
                <c:pt idx="0">
                  <c:v>0.15537500000000001</c:v>
                </c:pt>
                <c:pt idx="1">
                  <c:v>0.59037499999999998</c:v>
                </c:pt>
                <c:pt idx="2">
                  <c:v>1.1854</c:v>
                </c:pt>
                <c:pt idx="3">
                  <c:v>3.4381499999999998</c:v>
                </c:pt>
                <c:pt idx="4">
                  <c:v>6.0073999999999996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827C-BB45-B015-89E8A9464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4742848"/>
        <c:axId val="254741408"/>
      </c:lineChart>
      <c:catAx>
        <c:axId val="254742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batim Medium" pitchFamily="2" charset="77"/>
                <a:ea typeface="+mn-ea"/>
                <a:cs typeface="+mn-cs"/>
              </a:defRPr>
            </a:pPr>
            <a:endParaRPr lang="en-US"/>
          </a:p>
        </c:txPr>
        <c:crossAx val="254741408"/>
        <c:crosses val="autoZero"/>
        <c:auto val="1"/>
        <c:lblAlgn val="ctr"/>
        <c:lblOffset val="100"/>
        <c:noMultiLvlLbl val="0"/>
      </c:catAx>
      <c:valAx>
        <c:axId val="254741408"/>
        <c:scaling>
          <c:orientation val="minMax"/>
          <c:max val="7"/>
          <c:min val="0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batim Medium" pitchFamily="2" charset="77"/>
                <a:ea typeface="+mn-ea"/>
                <a:cs typeface="+mn-cs"/>
              </a:defRPr>
            </a:pPr>
            <a:endParaRPr lang="en-US"/>
          </a:p>
        </c:txPr>
        <c:crossAx val="254742848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Verbatim Medium" pitchFamily="2" charset="77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b="0" i="0">
          <a:latin typeface="Verbatim Medium" pitchFamily="2" charset="77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4BC69-64DF-C84B-A82A-7A47757F18D1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B0D32-79BE-FD42-9B8E-BA20877BE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14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4B303-7315-A6A6-2174-66AC234B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381-38A6-45A7-8CCC-9B356C2AB0A6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F8FD-F3E9-DD31-4ECB-5C870BCE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6EDCA-CEFE-9C67-7CA1-EA9E98F0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4C3C51F-1B5F-0B32-8B94-8F26565ADC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4273" y="655638"/>
            <a:ext cx="4259262" cy="5240337"/>
          </a:xfrm>
          <a:prstGeom prst="parallelogram">
            <a:avLst>
              <a:gd name="adj" fmla="val 24105"/>
            </a:avLst>
          </a:prstGeom>
          <a:ln>
            <a:noFill/>
          </a:ln>
          <a:effectLst>
            <a:outerShdw blurRad="304800" dist="38100" dir="8100000" algn="tr" rotWithShape="0">
              <a:prstClr val="black">
                <a:alpha val="85000"/>
              </a:prstClr>
            </a:outerShdw>
          </a:effectLst>
        </p:spPr>
        <p:txBody>
          <a:bodyPr/>
          <a:lstStyle>
            <a:lvl1pPr>
              <a:defRPr>
                <a:ln>
                  <a:solidFill>
                    <a:sysClr val="windowText" lastClr="000000"/>
                  </a:solidFill>
                </a:ln>
              </a:defRPr>
            </a:lvl1pPr>
          </a:lstStyle>
          <a:p>
            <a:endParaRPr lang="en-US"/>
          </a:p>
        </p:txBody>
      </p:sp>
      <p:pic>
        <p:nvPicPr>
          <p:cNvPr id="9" name="Picture 8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B6FA718-98E3-373F-9E24-43F6CB167A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9753" y="2889000"/>
            <a:ext cx="6046073" cy="1080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5B1F-FA78-D65E-0F16-7E23528254ED}"/>
              </a:ext>
            </a:extLst>
          </p:cNvPr>
          <p:cNvGrpSpPr/>
          <p:nvPr userDrawn="1"/>
        </p:nvGrpSpPr>
        <p:grpSpPr>
          <a:xfrm>
            <a:off x="7143916" y="471246"/>
            <a:ext cx="688050" cy="368785"/>
            <a:chOff x="7133123" y="132521"/>
            <a:chExt cx="688050" cy="368785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680311B8-BEA7-0903-34AD-292BDDFB3736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F6101CE-9A38-2687-3B04-C03727B7C047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C1CDD7-8220-A165-B48B-5E05E304C109}"/>
              </a:ext>
            </a:extLst>
          </p:cNvPr>
          <p:cNvGrpSpPr/>
          <p:nvPr userDrawn="1"/>
        </p:nvGrpSpPr>
        <p:grpSpPr>
          <a:xfrm>
            <a:off x="10167395" y="5711582"/>
            <a:ext cx="688051" cy="368785"/>
            <a:chOff x="10808210" y="6301409"/>
            <a:chExt cx="688051" cy="368785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1F2129A6-D35E-0776-E43C-55DB0BBD9510}"/>
                </a:ext>
              </a:extLst>
            </p:cNvPr>
            <p:cNvSpPr/>
            <p:nvPr/>
          </p:nvSpPr>
          <p:spPr>
            <a:xfrm>
              <a:off x="10808210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9A370EBA-4ABF-0F5B-3DE5-43E22EC2A4B5}"/>
                </a:ext>
              </a:extLst>
            </p:cNvPr>
            <p:cNvSpPr/>
            <p:nvPr/>
          </p:nvSpPr>
          <p:spPr>
            <a:xfrm>
              <a:off x="11133251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black and green swirl&#10;&#10;AI-generated content may be incorrect.">
            <a:extLst>
              <a:ext uri="{FF2B5EF4-FFF2-40B4-BE49-F238E27FC236}">
                <a16:creationId xmlns:a16="http://schemas.microsoft.com/office/drawing/2014/main" id="{4D9BF7AF-D7A8-A715-5436-9FD51B718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822451" y="4398380"/>
            <a:ext cx="2932538" cy="28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9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4B303-7315-A6A6-2174-66AC234B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2381-38A6-45A7-8CCC-9B356C2AB0A6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F8FD-F3E9-DD31-4ECB-5C870BCE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6EDCA-CEFE-9C67-7CA1-EA9E98F0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4C3C51F-1B5F-0B32-8B94-8F26565ADC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4273" y="655638"/>
            <a:ext cx="4259262" cy="5240337"/>
          </a:xfrm>
          <a:prstGeom prst="parallelogram">
            <a:avLst>
              <a:gd name="adj" fmla="val 24105"/>
            </a:avLst>
          </a:prstGeom>
          <a:ln>
            <a:noFill/>
          </a:ln>
          <a:effectLst>
            <a:outerShdw blurRad="304800" dist="38100" dir="8100000" algn="tr" rotWithShape="0">
              <a:prstClr val="black">
                <a:alpha val="85000"/>
              </a:prstClr>
            </a:outerShdw>
          </a:effectLst>
        </p:spPr>
        <p:txBody>
          <a:bodyPr/>
          <a:lstStyle>
            <a:lvl1pPr>
              <a:defRPr>
                <a:ln>
                  <a:solidFill>
                    <a:sysClr val="windowText" lastClr="000000"/>
                  </a:solidFill>
                </a:ln>
              </a:defRPr>
            </a:lvl1pPr>
          </a:lstStyle>
          <a:p>
            <a:endParaRPr lang="en-US"/>
          </a:p>
        </p:txBody>
      </p:sp>
      <p:pic>
        <p:nvPicPr>
          <p:cNvPr id="9" name="Picture 8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B6FA718-98E3-373F-9E24-43F6CB167A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9753" y="2889000"/>
            <a:ext cx="6046073" cy="1080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5B1F-FA78-D65E-0F16-7E23528254ED}"/>
              </a:ext>
            </a:extLst>
          </p:cNvPr>
          <p:cNvGrpSpPr/>
          <p:nvPr userDrawn="1"/>
        </p:nvGrpSpPr>
        <p:grpSpPr>
          <a:xfrm>
            <a:off x="7143916" y="471246"/>
            <a:ext cx="688050" cy="368785"/>
            <a:chOff x="7133123" y="132521"/>
            <a:chExt cx="688050" cy="368785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680311B8-BEA7-0903-34AD-292BDDFB3736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F6101CE-9A38-2687-3B04-C03727B7C047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CC1CDD7-8220-A165-B48B-5E05E304C109}"/>
              </a:ext>
            </a:extLst>
          </p:cNvPr>
          <p:cNvGrpSpPr/>
          <p:nvPr userDrawn="1"/>
        </p:nvGrpSpPr>
        <p:grpSpPr>
          <a:xfrm>
            <a:off x="10167395" y="5711582"/>
            <a:ext cx="688051" cy="368785"/>
            <a:chOff x="10808210" y="6301409"/>
            <a:chExt cx="688051" cy="368785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1F2129A6-D35E-0776-E43C-55DB0BBD9510}"/>
                </a:ext>
              </a:extLst>
            </p:cNvPr>
            <p:cNvSpPr/>
            <p:nvPr/>
          </p:nvSpPr>
          <p:spPr>
            <a:xfrm>
              <a:off x="10808210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9A370EBA-4ABF-0F5B-3DE5-43E22EC2A4B5}"/>
                </a:ext>
              </a:extLst>
            </p:cNvPr>
            <p:cNvSpPr/>
            <p:nvPr/>
          </p:nvSpPr>
          <p:spPr>
            <a:xfrm>
              <a:off x="11133251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A black and green swirl&#10;&#10;AI-generated content may be incorrect.">
            <a:extLst>
              <a:ext uri="{FF2B5EF4-FFF2-40B4-BE49-F238E27FC236}">
                <a16:creationId xmlns:a16="http://schemas.microsoft.com/office/drawing/2014/main" id="{4D9BF7AF-D7A8-A715-5436-9FD51B718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822451" y="4398380"/>
            <a:ext cx="2932538" cy="282371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B935A-220F-9E54-99A0-1F28BAF6B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928" y="3969000"/>
            <a:ext cx="5603875" cy="1060450"/>
          </a:xfrm>
        </p:spPr>
        <p:txBody>
          <a:bodyPr>
            <a:normAutofit/>
          </a:bodyPr>
          <a:lstStyle>
            <a:lvl1pPr marL="12700" indent="128588">
              <a:buNone/>
              <a:tabLst/>
              <a:defRPr sz="2400" b="1" i="1">
                <a:latin typeface="Verbatim Wide Bold Oblique" pitchFamily="2" charset="77"/>
              </a:defRPr>
            </a:lvl1pPr>
          </a:lstStyle>
          <a:p>
            <a:pPr lvl="0"/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5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AAF1E-EE6A-DD82-32D6-57EE58125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5906845" cy="2387600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DA15E-14E2-3270-29BF-31165672B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5906845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4B303-7315-A6A6-2174-66AC234B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128B-2CC2-4533-B710-4E6BBED7800E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5F8FD-F3E9-DD31-4ECB-5C870BCE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6EDCA-CEFE-9C67-7CA1-EA9E98F0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4C3C51F-1B5F-0B32-8B94-8F26565ADC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84273" y="655638"/>
            <a:ext cx="4259262" cy="5240337"/>
          </a:xfrm>
          <a:prstGeom prst="parallelogram">
            <a:avLst>
              <a:gd name="adj" fmla="val 24105"/>
            </a:avLst>
          </a:prstGeom>
          <a:ln>
            <a:solidFill>
              <a:srgbClr val="5B3C8C"/>
            </a:solidFill>
          </a:ln>
        </p:spPr>
        <p:txBody>
          <a:bodyPr/>
          <a:lstStyle>
            <a:lvl1pPr>
              <a:defRPr>
                <a:ln>
                  <a:solidFill>
                    <a:sysClr val="windowText" lastClr="000000"/>
                  </a:solidFill>
                </a:ln>
              </a:defRPr>
            </a:lvl1pPr>
          </a:lstStyle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49DAD3-5F3E-752E-B713-ABF2AC7861BD}"/>
              </a:ext>
            </a:extLst>
          </p:cNvPr>
          <p:cNvGrpSpPr/>
          <p:nvPr userDrawn="1"/>
        </p:nvGrpSpPr>
        <p:grpSpPr>
          <a:xfrm>
            <a:off x="7143916" y="471246"/>
            <a:ext cx="688050" cy="368785"/>
            <a:chOff x="7133123" y="132521"/>
            <a:chExt cx="688050" cy="368785"/>
          </a:xfrm>
        </p:grpSpPr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6BD5FA83-F9CE-B0FD-93FC-822B5457C694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8465AB37-65CA-B779-83F9-E07D8BDA19F5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D9C743-E7B5-ABEF-DE87-D90A402FBFD0}"/>
              </a:ext>
            </a:extLst>
          </p:cNvPr>
          <p:cNvGrpSpPr/>
          <p:nvPr userDrawn="1"/>
        </p:nvGrpSpPr>
        <p:grpSpPr>
          <a:xfrm>
            <a:off x="10167395" y="5711582"/>
            <a:ext cx="688051" cy="368785"/>
            <a:chOff x="10808210" y="6301409"/>
            <a:chExt cx="688051" cy="368785"/>
          </a:xfrm>
        </p:grpSpPr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9A6E2116-ACC8-63CB-BBA8-7B741E793236}"/>
                </a:ext>
              </a:extLst>
            </p:cNvPr>
            <p:cNvSpPr/>
            <p:nvPr/>
          </p:nvSpPr>
          <p:spPr>
            <a:xfrm>
              <a:off x="10808210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0D066CCD-3473-6036-AA4D-43E80A05EEA1}"/>
                </a:ext>
              </a:extLst>
            </p:cNvPr>
            <p:cNvSpPr/>
            <p:nvPr/>
          </p:nvSpPr>
          <p:spPr>
            <a:xfrm>
              <a:off x="11133251" y="6301409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Picture 21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3FA5EC16-C401-93FE-46D3-5C788C4BFB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65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515C-54ED-782C-197C-F6F6D6BD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3DE1-76A6-0AA8-EE71-0C3E001E5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71842-824D-8809-5ABB-625A3B99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7D76-B654-4B94-9D51-C5BDB3CA17C7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1C533-F058-DEEB-19A9-2FAF1ED5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C0219-CF1A-B26D-5344-293E9134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9B8E06-4CDF-3DA3-5F51-F088CAC1E358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02F53639-481F-3953-BBA1-B53F3C22A0DE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B6AFADAF-5886-7A2C-CD79-320518CC6C98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6F503E1-D34D-B6C1-DE7F-19B6BA3830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4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B06E-16E7-7EF9-6CF0-8A1B0F830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4BE0A-6B98-FC9C-C159-3273D3411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6C6EF-EFA7-6B41-A64C-2CA7CA1D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07E63-FFE6-4565-A87F-5852CB0F0035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A99C9-A134-5BE6-EC4F-8DE56B6A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4462E-0F08-079E-C410-9CAF47D6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96DC-06F6-CC1B-02ED-836FDA177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155"/>
            <a:ext cx="5181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B567-CE6F-C115-FB3A-843C21324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05012"/>
            <a:ext cx="5181600" cy="41719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18970-2C83-8F0A-907B-B39B279A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4855-6DC6-432F-8949-248625782198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30EB-ACB3-E559-F86F-B4F49266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5A9E0-71CF-47CB-3AD4-7D6741A6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A1336D-164B-05B6-9E46-CADEFCAEEF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552" y="564155"/>
            <a:ext cx="5655735" cy="5612807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E2D995-5D63-2007-E1C6-580116E74107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BB4D91B-4C21-BCFD-D3D5-56BDF4530220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F8EC2D20-1DD4-33B2-4C27-32735DBE83DB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3504688-E85A-A3E5-4528-763B5CE13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9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296DC-06F6-CC1B-02ED-836FDA177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155"/>
            <a:ext cx="5181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B567-CE6F-C115-FB3A-843C21324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05012"/>
            <a:ext cx="5181600" cy="41719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18970-2C83-8F0A-907B-B39B279A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4855-6DC6-432F-8949-248625782198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30EB-ACB3-E559-F86F-B4F49266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5A9E0-71CF-47CB-3AD4-7D6741A6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E2D995-5D63-2007-E1C6-580116E74107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5BB4D91B-4C21-BCFD-D3D5-56BDF4530220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F8EC2D20-1DD4-33B2-4C27-32735DBE83DB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3504688-E85A-A3E5-4528-763B5CE133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076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9C25-D415-9DBA-D9A7-1EFAEAAC0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9DA1D-B5EC-3532-09A3-1FB3CF2D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37724-A1BE-F60E-2B4B-78A569EA0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CF061-4838-7EF4-16C0-A45E301F1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B1D75-F4C0-6A77-2DEA-A72967434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08EA6-3B66-B3A9-9D68-DE79952B7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44F0-4D57-411F-A516-9E12F0D133DC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FFA84D-DC6D-875A-88D6-070B8E5B3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54EDD-19EE-5984-C02A-6C911944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9A59B0-764B-A8AF-AAC7-C4AAC6D534EA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F6CE9374-29EB-FBD8-43E6-4B838994B84B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F70E4AA8-5289-2DC4-8D6A-BE2833584298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DBB8C6B-1A1B-26EF-2C3B-2F10C67B03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0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CFBA-95DF-C495-16CA-A5A27BAE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B3C8C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96F8A-8617-FE7C-8795-145B887E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D23D-79DC-4EF5-92C9-41430FA77DF8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64C36-C768-BA0E-EDC1-61077B8F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8794A-3558-8EC7-C606-F35499E5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F094B5-775E-46B9-4AB6-B730CFB949FC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0CD542E0-4D0F-46D2-8F3F-A33CF7A1F430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0346DB0-9C26-F071-3CA4-859A0EBBAD0D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97A9548-6190-E259-40C7-BD56011422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CFBA-95DF-C495-16CA-A5A27BAE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B3C8C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96F8A-8617-FE7C-8795-145B887E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D23D-79DC-4EF5-92C9-41430FA77DF8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64C36-C768-BA0E-EDC1-61077B8F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8794A-3558-8EC7-C606-F35499E5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F094B5-775E-46B9-4AB6-B730CFB949FC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0CD542E0-4D0F-46D2-8F3F-A33CF7A1F430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0346DB0-9C26-F071-3CA4-859A0EBBAD0D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97A9548-6190-E259-40C7-BD56011422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76AA8677-DB07-1ACA-41A9-91F040550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5574" y="1835331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6B96DD5-23E3-79F7-4A5C-5914A2DF0E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30845" y="1835331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AC43662-EDE8-0446-38AF-70E26E1B4B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66117" y="1835330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E95BF2-946A-A328-EDF3-871030B66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7725" y="4324073"/>
            <a:ext cx="2914650" cy="627062"/>
          </a:xfrm>
        </p:spPr>
        <p:txBody>
          <a:bodyPr>
            <a:noAutofit/>
          </a:bodyPr>
          <a:lstStyle>
            <a:lvl1pPr algn="ctr">
              <a:buNone/>
              <a:defRPr sz="20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A3D37C0-39E7-48A7-1F31-CE6097650E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38675" y="4324073"/>
            <a:ext cx="2914650" cy="627062"/>
          </a:xfrm>
        </p:spPr>
        <p:txBody>
          <a:bodyPr>
            <a:noAutofit/>
          </a:bodyPr>
          <a:lstStyle>
            <a:lvl1pPr algn="ctr">
              <a:buNone/>
              <a:defRPr sz="20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54983D5-4499-F489-7AD4-F1831345B9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9805" y="4324071"/>
            <a:ext cx="2914650" cy="627062"/>
          </a:xfrm>
        </p:spPr>
        <p:txBody>
          <a:bodyPr>
            <a:noAutofit/>
          </a:bodyPr>
          <a:lstStyle>
            <a:lvl1pPr algn="ctr">
              <a:buNone/>
              <a:defRPr sz="20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7D76A9-24C8-A4BA-EC7D-08F6BEB039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8200" y="5051425"/>
            <a:ext cx="2924175" cy="1189038"/>
          </a:xfrm>
        </p:spPr>
        <p:txBody>
          <a:bodyPr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D2C9B3F-29EB-6D53-4632-FA4DAECF74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5051425"/>
            <a:ext cx="2924175" cy="1189038"/>
          </a:xfrm>
        </p:spPr>
        <p:txBody>
          <a:bodyPr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74AB5E6-3E78-CB4A-5940-82F8D3284D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5042" y="5059222"/>
            <a:ext cx="2924175" cy="1189038"/>
          </a:xfrm>
        </p:spPr>
        <p:txBody>
          <a:bodyPr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02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CFBA-95DF-C495-16CA-A5A27BAE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B3C8C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96F8A-8617-FE7C-8795-145B887E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BD23D-79DC-4EF5-92C9-41430FA77DF8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64C36-C768-BA0E-EDC1-61077B8F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8794A-3558-8EC7-C606-F35499E5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F094B5-775E-46B9-4AB6-B730CFB949FC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0CD542E0-4D0F-46D2-8F3F-A33CF7A1F430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A0346DB0-9C26-F071-3CA4-859A0EBBAD0D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197A9548-6190-E259-40C7-BD56011422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76AA8677-DB07-1ACA-41A9-91F040550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3029" y="1835331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56B96DD5-23E3-79F7-4A5C-5914A2DF0E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63559" y="1835331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4AC43662-EDE8-0446-38AF-70E26E1B4B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1836" y="1835330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E95BF2-946A-A328-EDF3-871030B66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029" y="4324073"/>
            <a:ext cx="2083011" cy="627062"/>
          </a:xfrm>
        </p:spPr>
        <p:txBody>
          <a:bodyPr>
            <a:noAutofit/>
          </a:bodyPr>
          <a:lstStyle>
            <a:lvl1pPr algn="ctr">
              <a:buNone/>
              <a:defRPr sz="18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A3D37C0-39E7-48A7-1F31-CE6097650E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3559" y="4324073"/>
            <a:ext cx="2083011" cy="627062"/>
          </a:xfrm>
        </p:spPr>
        <p:txBody>
          <a:bodyPr>
            <a:noAutofit/>
          </a:bodyPr>
          <a:lstStyle>
            <a:lvl1pPr algn="ctr">
              <a:buNone/>
              <a:defRPr sz="18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54983D5-4499-F489-7AD4-F1831345B9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6598" y="4324071"/>
            <a:ext cx="2083011" cy="627062"/>
          </a:xfrm>
        </p:spPr>
        <p:txBody>
          <a:bodyPr>
            <a:noAutofit/>
          </a:bodyPr>
          <a:lstStyle>
            <a:lvl1pPr algn="ctr">
              <a:buNone/>
              <a:defRPr sz="18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7D76A9-24C8-A4BA-EC7D-08F6BEB039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3505" y="5051425"/>
            <a:ext cx="2089818" cy="1189038"/>
          </a:xfrm>
        </p:spPr>
        <p:txBody>
          <a:bodyPr>
            <a:noAutofit/>
          </a:bodyPr>
          <a:lstStyle>
            <a:lvl1pPr>
              <a:defRPr sz="16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D2C9B3F-29EB-6D53-4632-FA4DAECF74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63559" y="5051425"/>
            <a:ext cx="2089818" cy="1189038"/>
          </a:xfrm>
        </p:spPr>
        <p:txBody>
          <a:bodyPr>
            <a:noAutofit/>
          </a:bodyPr>
          <a:lstStyle>
            <a:lvl1pPr>
              <a:defRPr sz="16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74AB5E6-3E78-CB4A-5940-82F8D3284D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1836" y="5059222"/>
            <a:ext cx="2089818" cy="1189038"/>
          </a:xfrm>
        </p:spPr>
        <p:txBody>
          <a:bodyPr>
            <a:noAutofit/>
          </a:bodyPr>
          <a:lstStyle>
            <a:lvl1pPr>
              <a:defRPr sz="16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62C4D4F-D505-5DE8-3FD0-1B90DD642B5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83126" y="1835329"/>
            <a:ext cx="2362027" cy="2344099"/>
          </a:xfrm>
          <a:prstGeom prst="parallelogram">
            <a:avLst>
              <a:gd name="adj" fmla="val 12638"/>
            </a:avLst>
          </a:prstGeom>
          <a:ln>
            <a:solidFill>
              <a:schemeClr val="tx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B98E41A-FB91-25DD-6879-387E9048E42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87888" y="4324071"/>
            <a:ext cx="2083011" cy="627062"/>
          </a:xfrm>
        </p:spPr>
        <p:txBody>
          <a:bodyPr>
            <a:noAutofit/>
          </a:bodyPr>
          <a:lstStyle>
            <a:lvl1pPr algn="ctr">
              <a:buNone/>
              <a:defRPr sz="1800" b="0" i="1">
                <a:solidFill>
                  <a:srgbClr val="5B3C8C"/>
                </a:solidFill>
                <a:latin typeface="Verbatim Wide Light Oblique" pitchFamily="2" charset="77"/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1E8CE999-5830-2717-9B00-3BB9DD9F0DB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83126" y="5059222"/>
            <a:ext cx="2089818" cy="1189038"/>
          </a:xfrm>
        </p:spPr>
        <p:txBody>
          <a:bodyPr>
            <a:noAutofit/>
          </a:bodyPr>
          <a:lstStyle>
            <a:lvl1pPr>
              <a:defRPr sz="1600"/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47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8CD8F-6893-ED3B-3E2E-46E097D0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9F2A8-B836-482A-8923-085EC502FB58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C4A43-AD39-83CB-FD2F-3CB7CBBD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7F631-04FF-9863-1AC3-4BF166D9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4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8CD8F-6893-ED3B-3E2E-46E097D0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9F2A8-B836-482A-8923-085EC502FB58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C4A43-AD39-83CB-FD2F-3CB7CBBD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7F631-04FF-9863-1AC3-4BF166D9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89090A-1D6A-F62D-0F36-02163CB5A7F1}"/>
              </a:ext>
            </a:extLst>
          </p:cNvPr>
          <p:cNvGrpSpPr/>
          <p:nvPr userDrawn="1"/>
        </p:nvGrpSpPr>
        <p:grpSpPr>
          <a:xfrm>
            <a:off x="160019" y="0"/>
            <a:ext cx="688050" cy="368785"/>
            <a:chOff x="7133123" y="132521"/>
            <a:chExt cx="688050" cy="368785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A7B7FD60-9F57-F983-0F6F-CD01710E2C8B}"/>
                </a:ext>
              </a:extLst>
            </p:cNvPr>
            <p:cNvSpPr/>
            <p:nvPr/>
          </p:nvSpPr>
          <p:spPr>
            <a:xfrm>
              <a:off x="713312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4A2A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7BC81FF2-410A-A8B0-E6AC-4CEAA51A989F}"/>
                </a:ext>
              </a:extLst>
            </p:cNvPr>
            <p:cNvSpPr/>
            <p:nvPr/>
          </p:nvSpPr>
          <p:spPr>
            <a:xfrm>
              <a:off x="7458163" y="132521"/>
              <a:ext cx="363010" cy="368785"/>
            </a:xfrm>
            <a:prstGeom prst="parallelogram">
              <a:avLst>
                <a:gd name="adj" fmla="val 18509"/>
              </a:avLst>
            </a:prstGeom>
            <a:solidFill>
              <a:srgbClr val="2AB4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A558681B-E78C-67CD-0800-D73016F56D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57880" y="96769"/>
            <a:ext cx="1612286" cy="28800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6B67AD-C983-6B07-B0B6-267CD3106F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1675" y="720090"/>
            <a:ext cx="10788650" cy="3406775"/>
          </a:xfrm>
          <a:prstGeom prst="parallelogram">
            <a:avLst/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29644BB-D9FF-7B3C-CAE3-064C9F793C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1675" y="4354513"/>
            <a:ext cx="9985375" cy="709612"/>
          </a:xfrm>
        </p:spPr>
        <p:txBody>
          <a:bodyPr anchor="ctr"/>
          <a:lstStyle>
            <a:lvl1pPr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E7EECEC-75DC-3E45-5CA2-F21D37CF1B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1675" y="5204143"/>
            <a:ext cx="9985375" cy="709612"/>
          </a:xfrm>
        </p:spPr>
        <p:txBody>
          <a:bodyPr anchor="ctr">
            <a:normAutofit/>
          </a:bodyPr>
          <a:lstStyle>
            <a:lvl1pPr>
              <a:buFont typeface="Wingdings" pitchFamily="2" charset="2"/>
              <a:buChar char="§"/>
              <a:defRPr sz="1600"/>
            </a:lvl1pPr>
          </a:lstStyle>
          <a:p>
            <a:pPr lvl="0"/>
            <a:r>
              <a:rPr lang="en-GB" dirty="0"/>
              <a:t>Click to edit text styles</a:t>
            </a:r>
          </a:p>
          <a:p>
            <a:pPr lvl="0"/>
            <a:r>
              <a:rPr lang="en-GB" dirty="0"/>
              <a:t>Click to edit text slides</a:t>
            </a:r>
          </a:p>
        </p:txBody>
      </p:sp>
    </p:spTree>
    <p:extLst>
      <p:ext uri="{BB962C8B-B14F-4D97-AF65-F5344CB8AC3E}">
        <p14:creationId xmlns:p14="http://schemas.microsoft.com/office/powerpoint/2010/main" val="30115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6C9B0-8AFD-9C2C-C516-65EF4C3D7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C8FC7-D35C-6CE7-9A44-8510CB310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8B031-61F3-7019-4303-8E6F97F4D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6FF6E-599B-754F-E801-B3896C6F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8707-6832-4F9D-8543-6E94D7500561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60AF3-98D3-CD71-32E4-90B409E7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839EA-B9EF-0D32-58EB-D046D4F1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35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0E3D-EE4E-3BA7-B231-17D3187B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3E751-6E24-9C67-BBDA-0541BCF2B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D18E1-05D7-5281-0F47-9D2197D01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CC7BD-EF20-EC7D-0E23-A12A2B11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142FF-8E3B-4BF4-90F6-EFAF8DBC4684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CBF45-2F1B-C6FA-F42F-75ED5106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8531D-4FBE-EFF3-BAB4-B823D7BF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601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9B17-9F6C-D53E-C42D-B7AFF745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91F26-8F78-28DB-3D09-C6B5B902F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000C6-A308-3462-5282-1AF6E4F8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BF8AB-3FDA-4C4C-ADDB-3996ED729F51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694E8-59B2-44B6-43AF-FCCBF62D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400C0-6C7A-C40E-533B-A166B8C59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37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B8644-6431-6D2D-2BEE-04645FF8D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667A0-4E98-D756-6FF1-E620ECA47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E0F19-180A-791D-CAF7-A31510115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3E94E-9363-4773-9F60-95BC08E7E5EA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D2D18-7395-78B5-CB5A-ADBEF4573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E00E-26F0-62EC-5D66-95907788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31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45171-DDD9-6E55-E597-42BD5637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5EA63-5B58-915A-6FB5-912BB8FAF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5566C-1EBB-9C3A-37E1-DDC420842D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9BE8A-199B-481E-98F5-3082C6CD49A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9F601-2516-C2F6-F36D-CE6BA130C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Resolve In Action All Rights Reserved.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4394B-CFE8-B7FE-0F2B-AD9AFC85E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3A0FE-9189-0747-AD50-4B69D795C41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logo with green and purple colors&#10;&#10;AI-generated content may be incorrect.">
            <a:extLst>
              <a:ext uri="{FF2B5EF4-FFF2-40B4-BE49-F238E27FC236}">
                <a16:creationId xmlns:a16="http://schemas.microsoft.com/office/drawing/2014/main" id="{C9FC67E7-A075-FE3A-3888-8DB9420C966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 l="61412" t="10457" r="21569" b="10484"/>
          <a:stretch>
            <a:fillRect/>
          </a:stretch>
        </p:blipFill>
        <p:spPr>
          <a:xfrm>
            <a:off x="-1556402" y="365125"/>
            <a:ext cx="1322832" cy="345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5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51" r:id="rId5"/>
    <p:sldLayoutId id="2147483652" r:id="rId6"/>
    <p:sldLayoutId id="2147483663" r:id="rId7"/>
    <p:sldLayoutId id="2147483653" r:id="rId8"/>
    <p:sldLayoutId id="2147483654" r:id="rId9"/>
    <p:sldLayoutId id="2147483662" r:id="rId10"/>
    <p:sldLayoutId id="2147483665" r:id="rId11"/>
    <p:sldLayoutId id="2147483655" r:id="rId12"/>
    <p:sldLayoutId id="2147483664" r:id="rId13"/>
    <p:sldLayoutId id="2147483656" r:id="rId14"/>
    <p:sldLayoutId id="2147483657" r:id="rId15"/>
    <p:sldLayoutId id="2147483658" r:id="rId16"/>
    <p:sldLayoutId id="2147483659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1200">
          <a:solidFill>
            <a:srgbClr val="5B3C8C"/>
          </a:solidFill>
          <a:latin typeface="Verbatim Wide Light Oblique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75000"/>
        <a:buFont typeface="Wingdings" pitchFamily="2" charset="2"/>
        <a:buChar char="§"/>
        <a:defRPr sz="2800" b="0" i="0" kern="1200">
          <a:solidFill>
            <a:schemeClr val="tx1"/>
          </a:solidFill>
          <a:latin typeface="Verbatim Ligh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Courier New" panose="02070309020205020404" pitchFamily="49" charset="0"/>
        <a:buChar char="o"/>
        <a:defRPr sz="2400" b="0" i="0" kern="1200">
          <a:solidFill>
            <a:schemeClr val="tx1"/>
          </a:solidFill>
          <a:latin typeface="Verbatim Ligh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Courier New" panose="02070309020205020404" pitchFamily="49" charset="0"/>
        <a:buChar char="o"/>
        <a:defRPr sz="2000" b="0" i="0" kern="1200">
          <a:solidFill>
            <a:schemeClr val="tx1"/>
          </a:solidFill>
          <a:latin typeface="Verbatim Ligh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Wingdings" pitchFamily="2" charset="2"/>
        <a:buChar char="§"/>
        <a:defRPr sz="1800" b="0" i="0" kern="1200">
          <a:solidFill>
            <a:schemeClr val="tx1"/>
          </a:solidFill>
          <a:latin typeface="Verbatim Ligh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Wingdings" pitchFamily="2" charset="2"/>
        <a:buChar char="§"/>
        <a:defRPr sz="1800" b="0" i="0" kern="1200">
          <a:solidFill>
            <a:schemeClr val="tx1"/>
          </a:solidFill>
          <a:latin typeface="Verbatim Ligh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30124C-4623-09AA-150D-635CA9FD4C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486"/>
          <a:stretch>
            <a:fillRect/>
          </a:stretch>
        </p:blipFill>
        <p:spPr>
          <a:xfrm>
            <a:off x="1452720" y="196253"/>
            <a:ext cx="9286559" cy="646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4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F68484-3C62-F752-961D-70DA0D72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67239-830D-A3B5-81D2-849B048917C5}"/>
              </a:ext>
            </a:extLst>
          </p:cNvPr>
          <p:cNvSpPr txBox="1"/>
          <p:nvPr/>
        </p:nvSpPr>
        <p:spPr>
          <a:xfrm>
            <a:off x="805856" y="990531"/>
            <a:ext cx="4017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AB461"/>
                </a:solidFill>
                <a:latin typeface="Verbatim Medium" pitchFamily="2" charset="77"/>
              </a:rPr>
              <a:t>INSTRUCTIONS &amp; GUIDELINES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C344C-89DE-CD28-82D3-B022CB82302A}"/>
              </a:ext>
            </a:extLst>
          </p:cNvPr>
          <p:cNvSpPr txBox="1"/>
          <p:nvPr/>
        </p:nvSpPr>
        <p:spPr>
          <a:xfrm>
            <a:off x="805856" y="1725769"/>
            <a:ext cx="11525912" cy="2526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Verbatim Light" pitchFamily="2" charset="77"/>
              </a:rPr>
              <a:t>All title typeface – VERBATIM WIDE BOLD OBLIQUE with one selected word in Green (#3DB769)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Verbatim Light" pitchFamily="2" charset="77"/>
              </a:rPr>
              <a:t>There are two types of title slides – one with a title and one without (to be used as required)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Verbatim Light" pitchFamily="2" charset="77"/>
              </a:rPr>
              <a:t>All text apart from the title – VERBATIM LIGHT or VERBATIM MEDIUM as per usage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Verbatim Light" pitchFamily="2" charset="77"/>
              </a:rPr>
              <a:t>All images/ icons to be used in the diagonal shape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>
                <a:latin typeface="Verbatim Light" pitchFamily="2" charset="77"/>
              </a:rPr>
              <a:t>Use the four primary colors and colors closer to the same for graphs and charts and other </a:t>
            </a:r>
            <a:br>
              <a:rPr lang="en-US" dirty="0">
                <a:latin typeface="Verbatim Light" pitchFamily="2" charset="77"/>
              </a:rPr>
            </a:br>
            <a:r>
              <a:rPr lang="en-US" dirty="0">
                <a:latin typeface="Verbatim Light" pitchFamily="2" charset="77"/>
              </a:rPr>
              <a:t>visual elements.. DO NOT USE ANY OTHER COLORS FROM OUTSIDE THE RESOLVEN FAMILY OF COLORS. </a:t>
            </a:r>
          </a:p>
        </p:txBody>
      </p:sp>
    </p:spTree>
    <p:extLst>
      <p:ext uri="{BB962C8B-B14F-4D97-AF65-F5344CB8AC3E}">
        <p14:creationId xmlns:p14="http://schemas.microsoft.com/office/powerpoint/2010/main" val="160876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DE93D-C4F4-699B-0610-7E028009A4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9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00C26D-D3F1-05A0-9300-46D5A2DA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A05C1-1992-025A-6AD0-B3A060A12A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86C49-7AD0-1632-DA80-04EA7DC6E4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5D369-2743-EA43-D5CD-FF96B3706FC2}"/>
              </a:ext>
            </a:extLst>
          </p:cNvPr>
          <p:cNvSpPr txBox="1"/>
          <p:nvPr/>
        </p:nvSpPr>
        <p:spPr>
          <a:xfrm>
            <a:off x="1401682" y="6059776"/>
            <a:ext cx="3770584" cy="523220"/>
          </a:xfrm>
          <a:prstGeom prst="rect">
            <a:avLst/>
          </a:prstGeom>
          <a:noFill/>
          <a:ln w="12700">
            <a:solidFill>
              <a:srgbClr val="2AB46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batim Light" pitchFamily="2" charset="77"/>
              </a:rPr>
              <a:t>TYPEFACE: VERBATIM WIDE BOLD OBLIQUE</a:t>
            </a:r>
          </a:p>
          <a:p>
            <a:r>
              <a:rPr lang="en-US" sz="1400" dirty="0">
                <a:latin typeface="Verbatim Light" pitchFamily="2" charset="77"/>
              </a:rPr>
              <a:t>POINT SIZE: 24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663D09-8893-38EA-2B2C-0F80812DB345}"/>
              </a:ext>
            </a:extLst>
          </p:cNvPr>
          <p:cNvCxnSpPr>
            <a:cxnSpLocks/>
          </p:cNvCxnSpPr>
          <p:nvPr/>
        </p:nvCxnSpPr>
        <p:spPr>
          <a:xfrm flipH="1">
            <a:off x="2575774" y="4555320"/>
            <a:ext cx="711200" cy="1504456"/>
          </a:xfrm>
          <a:prstGeom prst="straightConnector1">
            <a:avLst/>
          </a:prstGeom>
          <a:ln>
            <a:solidFill>
              <a:srgbClr val="2AB4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8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E53A8D-CC72-C3B7-1245-83AD935C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Tittle of the </a:t>
            </a:r>
            <a:r>
              <a:rPr lang="en-US" dirty="0">
                <a:solidFill>
                  <a:srgbClr val="2AB461"/>
                </a:solidFill>
              </a:rPr>
              <a:t>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B759E-828D-9DF3-B963-FAD9AABC3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just dummy text. This is just dummy text. This is just dummy text. This is just dummy text.</a:t>
            </a:r>
          </a:p>
          <a:p>
            <a:r>
              <a:rPr lang="en-US" dirty="0"/>
              <a:t>This is just dummy text. This is just dummy text. This is just dummy text. This is just dummy text.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60F93B-3051-E638-A79D-6664208C3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16A0E-B354-ABBB-E5F2-970D1A944A8D}"/>
              </a:ext>
            </a:extLst>
          </p:cNvPr>
          <p:cNvSpPr txBox="1"/>
          <p:nvPr/>
        </p:nvSpPr>
        <p:spPr>
          <a:xfrm>
            <a:off x="8804483" y="1027906"/>
            <a:ext cx="3770584" cy="523220"/>
          </a:xfrm>
          <a:prstGeom prst="rect">
            <a:avLst/>
          </a:prstGeom>
          <a:noFill/>
          <a:ln w="12700">
            <a:solidFill>
              <a:srgbClr val="2AB46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batim Light" pitchFamily="2" charset="77"/>
              </a:rPr>
              <a:t>TYPEFACE: VERBATIM WIDE BOLD OBLIQUE</a:t>
            </a:r>
          </a:p>
          <a:p>
            <a:r>
              <a:rPr lang="en-US" sz="1400" dirty="0">
                <a:latin typeface="Verbatim Light" pitchFamily="2" charset="77"/>
              </a:rPr>
              <a:t>POINT SIZE: 36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EA5CEA0-6CFD-9DDB-3067-78B5D8936E52}"/>
              </a:ext>
            </a:extLst>
          </p:cNvPr>
          <p:cNvCxnSpPr>
            <a:cxnSpLocks/>
          </p:cNvCxnSpPr>
          <p:nvPr/>
        </p:nvCxnSpPr>
        <p:spPr>
          <a:xfrm flipH="1" flipV="1">
            <a:off x="8254734" y="765642"/>
            <a:ext cx="2166513" cy="165754"/>
          </a:xfrm>
          <a:prstGeom prst="straightConnector1">
            <a:avLst/>
          </a:prstGeom>
          <a:ln>
            <a:solidFill>
              <a:srgbClr val="2AB4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1E7EDA6-D164-5441-40EB-F0E311F07675}"/>
              </a:ext>
            </a:extLst>
          </p:cNvPr>
          <p:cNvSpPr txBox="1"/>
          <p:nvPr/>
        </p:nvSpPr>
        <p:spPr>
          <a:xfrm>
            <a:off x="4493140" y="4664776"/>
            <a:ext cx="3198311" cy="523220"/>
          </a:xfrm>
          <a:prstGeom prst="rect">
            <a:avLst/>
          </a:prstGeom>
          <a:noFill/>
          <a:ln w="12700">
            <a:solidFill>
              <a:srgbClr val="2AB46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Verbatim Light" pitchFamily="2" charset="77"/>
              </a:rPr>
              <a:t>TYPEFACE: VERBATIM LIGHT</a:t>
            </a:r>
          </a:p>
          <a:p>
            <a:r>
              <a:rPr lang="en-US" sz="1400" dirty="0">
                <a:latin typeface="Verbatim Light" pitchFamily="2" charset="77"/>
              </a:rPr>
              <a:t>POINT SIZE: 24 (Maximum point size)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342AD5-46B5-46D0-7767-1B2640927D3E}"/>
              </a:ext>
            </a:extLst>
          </p:cNvPr>
          <p:cNvCxnSpPr>
            <a:cxnSpLocks/>
          </p:cNvCxnSpPr>
          <p:nvPr/>
        </p:nvCxnSpPr>
        <p:spPr>
          <a:xfrm flipH="1" flipV="1">
            <a:off x="4340180" y="3429000"/>
            <a:ext cx="283335" cy="1235776"/>
          </a:xfrm>
          <a:prstGeom prst="straightConnector1">
            <a:avLst/>
          </a:prstGeom>
          <a:ln>
            <a:solidFill>
              <a:srgbClr val="2AB4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92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3E35-BDCC-BD60-9C24-72ABD8C2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309D93-D2A6-1142-085A-84300676DD33}"/>
              </a:ext>
            </a:extLst>
          </p:cNvPr>
          <p:cNvSpPr txBox="1"/>
          <p:nvPr/>
        </p:nvSpPr>
        <p:spPr>
          <a:xfrm>
            <a:off x="3855219" y="3949148"/>
            <a:ext cx="2702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i="1" dirty="0">
                <a:solidFill>
                  <a:srgbClr val="2AB461"/>
                </a:solidFill>
                <a:latin typeface="Verbatim Wide Bold Oblique" pitchFamily="2" charset="77"/>
              </a:rPr>
              <a:t>Title of the slide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6F0C7-F9F7-3977-1E38-30496BBF8B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6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89F5-0695-4555-5FCA-A22DE570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BA584-7885-B28B-145A-099EF18D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Tittle of the </a:t>
            </a:r>
            <a:r>
              <a:rPr lang="en-US" dirty="0">
                <a:solidFill>
                  <a:srgbClr val="2AB461"/>
                </a:solidFill>
              </a:rPr>
              <a:t>slide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C71E8-4743-F8A4-5B39-36C30AF0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just dummy text. This is just dummy text. This is just dummy text. This is just dummy text.</a:t>
            </a:r>
          </a:p>
          <a:p>
            <a:r>
              <a:rPr lang="en-US" dirty="0"/>
              <a:t>This is just dummy text. This is just dummy text. This is just dummy text. This is just dummy text.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4D0880-B548-0197-DEC5-A7BC26A8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91159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74FA89-C610-B14E-2054-C07DD3EF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CF157-3683-D572-8D29-ECE32361D1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7C53F-2EA2-1E99-801C-69FE631C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B775549-32B3-AD69-270A-D066BF8E79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0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E7841E-089C-12D8-26DD-F9A044D7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15A12-6E3D-5EDE-32D3-9CC2704E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A87D81A-4CCF-5F77-0E32-B27C14741D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7D16E0C-3F07-C76D-C5C9-AF3C5BFD1B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2C5FBBF-2D75-62B5-5268-ECC820DD2F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D0AFF2-DA1F-3308-ED93-C7EAA161BB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C08D7E-571F-E944-B9E2-4F8EF5EE0F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48DE7F4-84C3-55CA-F830-8A51882A7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00CB40-8D5D-A9B1-FAED-72EEE2E3A2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AB96545-055D-5DBB-1B51-D610CC202D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87135EE-37BB-C426-1027-2E38ED8438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579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F717BEA-9F5F-093F-2B85-EF42C66D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3BC04-DCC8-B937-56D2-3272F9BB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490FBD-1E51-0EE1-0452-660DD31115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DF2A238-7995-B082-8E21-70023838E4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DF246-76E6-5811-5CA1-46B1974AC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775CBC1-6CE7-23D5-A9F0-FCBAF83E0C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0BDED3-57F6-3249-A74B-6BA3EEE58E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F3F94B1-2BEA-E98A-535E-3C1CF62BBF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95DF157-681C-3134-A2B9-7280C371D5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7DA27C4-B281-3AA0-399F-516EBF0859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3343456-EE7C-D86F-94ED-638A67E148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FD2B2072-FCEC-AB2E-B0F8-FB0294CDBC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C93C0CA-E831-B13D-B425-2DDF6B3EAC7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2831864-79C4-DC54-7570-70BD67BCB7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2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25CB434-DEA5-76EA-60B1-ED086F1C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24B129D-57CF-332F-75F9-88BD141D74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48415-D151-C616-288C-70F8E738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Resolve In Action All Rights Reserved.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095C4-61A4-8D6D-FCE7-DBB6F801E3C7}"/>
              </a:ext>
            </a:extLst>
          </p:cNvPr>
          <p:cNvSpPr txBox="1"/>
          <p:nvPr/>
        </p:nvSpPr>
        <p:spPr>
          <a:xfrm>
            <a:off x="6543677" y="1469308"/>
            <a:ext cx="2885662" cy="420410"/>
          </a:xfrm>
          <a:prstGeom prst="parallelogram">
            <a:avLst/>
          </a:prstGeom>
          <a:solidFill>
            <a:srgbClr val="C6B4D7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1" u="none" strike="noStrike" kern="0" cap="none" spc="0" normalizeH="0" baseline="0" noProof="0" dirty="0">
                <a:ln>
                  <a:noFill/>
                </a:ln>
                <a:solidFill>
                  <a:srgbClr val="5B3C8C"/>
                </a:solidFill>
                <a:effectLst/>
                <a:uLnTx/>
                <a:uFillTx/>
                <a:latin typeface="Verbatim Medium" pitchFamily="2" charset="77"/>
              </a:rPr>
              <a:t>Chart title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BF24A6DF-B298-2C6D-C639-456D821A4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396645"/>
              </p:ext>
            </p:extLst>
          </p:nvPr>
        </p:nvGraphicFramePr>
        <p:xfrm>
          <a:off x="6543677" y="2206022"/>
          <a:ext cx="5286373" cy="2445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07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Graphic spid="17" grpId="0">
        <p:bldSub>
          <a:bldChart bld="category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38bf140-3ced-4815-89fe-f1da4761dcd8}" enabled="0" method="" siteId="{d38bf140-3ced-4815-89fe-f1da4761dcd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2139</TotalTime>
  <Words>331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Courier New</vt:lpstr>
      <vt:lpstr>Verbatim Light</vt:lpstr>
      <vt:lpstr>Verbatim Medium</vt:lpstr>
      <vt:lpstr>Verbatim Wide Bold Oblique</vt:lpstr>
      <vt:lpstr>Verbatim Wide Light Oblique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Tittle of the slide</vt:lpstr>
      <vt:lpstr>PowerPoint Presentation</vt:lpstr>
      <vt:lpstr>Tittle of the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Sikroria</dc:creator>
  <cp:lastModifiedBy>Saurabh Budakoti</cp:lastModifiedBy>
  <cp:revision>37</cp:revision>
  <dcterms:created xsi:type="dcterms:W3CDTF">2026-02-17T08:15:44Z</dcterms:created>
  <dcterms:modified xsi:type="dcterms:W3CDTF">2026-04-10T06:57:12Z</dcterms:modified>
</cp:coreProperties>
</file>